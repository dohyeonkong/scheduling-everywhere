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04"/>
  </p:normalViewPr>
  <p:slideViewPr>
    <p:cSldViewPr snapToGrid="0">
      <p:cViewPr varScale="1">
        <p:scale>
          <a:sx n="115" d="100"/>
          <a:sy n="115" d="100"/>
        </p:scale>
        <p:origin x="2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CEF72-E4C9-586F-1C01-4A996F9B1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42A22E-23E3-6450-64EF-308CD9D6B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FADCC-581E-579C-B91B-A8F5FDA45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6CD0-73EF-CB4C-A26F-A933ED88AF87}" type="datetimeFigureOut">
              <a:rPr lang="en-KR" smtClean="0"/>
              <a:t>1/14/26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9440F-B2B3-9E43-9346-F3A298FB1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941B-569D-7A10-9257-6CFA237AB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A48-E085-D042-A17C-C2EAEE59B8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85508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524F7-B7B3-1FFD-2CD9-C761208A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CA62E-2D77-CAA4-CB2C-D9E6139BF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70228-7703-04A1-C588-4166F18BE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6CD0-73EF-CB4C-A26F-A933ED88AF87}" type="datetimeFigureOut">
              <a:rPr lang="en-KR" smtClean="0"/>
              <a:t>1/14/26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DFCEC-FDAE-EB3B-F82A-7CA1D045F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DA2B8-F1CB-3C04-8CB9-D469856C9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A48-E085-D042-A17C-C2EAEE59B8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3043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18F38-27D5-E759-5ACA-0819F7A20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4A9FB-59DB-07E7-FF6B-17130294B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C3B4A-3BE0-F16A-22D3-BB3B385A7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6CD0-73EF-CB4C-A26F-A933ED88AF87}" type="datetimeFigureOut">
              <a:rPr lang="en-KR" smtClean="0"/>
              <a:t>1/14/26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000D0-EBD7-98CF-17DC-1696E440A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DEF5D-81B4-FAD9-E846-B117C0D4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A48-E085-D042-A17C-C2EAEE59B8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7670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D117-885E-1E9C-1816-DB6CAA98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B57E2-2AB8-4209-AB0F-20B715E2B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32F00-3BAB-EADE-B4D5-A7615D642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E46AE-4218-4B4F-33E6-3750198EA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6CD0-73EF-CB4C-A26F-A933ED88AF87}" type="datetimeFigureOut">
              <a:rPr lang="en-KR" smtClean="0"/>
              <a:t>1/14/26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40C8D-9305-98DB-D1FB-0B549B8C5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095F4-694F-657F-C478-B8B78ED41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A48-E085-D042-A17C-C2EAEE59B8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95358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5FF7E-D3B3-D3AB-4EF1-9014C971B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8B0DC-E7D8-A937-42DE-4C2922A4C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4EA7D-D271-BA16-8B8D-F69A94E27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3FF97D-F76D-2E04-A8B8-9EC3EBFAE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69D062-E7D3-0247-565C-369247E106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BBF7EE-DA94-4648-1D68-2CB62BBF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6CD0-73EF-CB4C-A26F-A933ED88AF87}" type="datetimeFigureOut">
              <a:rPr lang="en-KR" smtClean="0"/>
              <a:t>1/14/26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460C9B-4C47-4399-3A9D-F22AED717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DF1B1-0697-BC6C-B484-A43297C3C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A48-E085-D042-A17C-C2EAEE59B8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30397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426E4-1EED-61B3-3927-3CB2F8D9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5B8AA-75E4-DD08-82D1-E819EE299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6CD0-73EF-CB4C-A26F-A933ED88AF87}" type="datetimeFigureOut">
              <a:rPr lang="en-KR" smtClean="0"/>
              <a:t>1/14/26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8AE426-9A12-AC5E-BA34-9FFEEF487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E6D5FD-0178-2C0D-6A4D-3FE53E19E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A48-E085-D042-A17C-C2EAEE59B8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68799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A76B67-0B33-2640-1F18-C9ED7480D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6CD0-73EF-CB4C-A26F-A933ED88AF87}" type="datetimeFigureOut">
              <a:rPr lang="en-KR" smtClean="0"/>
              <a:t>1/14/26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28C07E-B823-19B3-7DD7-2210AB368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8B9BD-42C3-8070-DAFD-4A9382FA7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A48-E085-D042-A17C-C2EAEE59B8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06907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0A5E-AC05-1A5E-5496-0C5C5EA46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15C8B-6D99-0E32-7983-CDDA6BEBA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27037-217D-36B9-5D22-12DB55D81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836F6-E75E-C19F-FBB9-B73A19D88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6CD0-73EF-CB4C-A26F-A933ED88AF87}" type="datetimeFigureOut">
              <a:rPr lang="en-KR" smtClean="0"/>
              <a:t>1/14/26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58475-2FE2-1F62-3D85-32B9AFFA0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80734-FFD2-E739-45E3-8F756F18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A48-E085-D042-A17C-C2EAEE59B8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5618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D653E-4BF2-B7AC-6882-FCF788058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BB95AB-A1D6-8B8E-051C-63226F9CF0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E2B9A0-CAB5-EBE3-BC8C-AB66614D0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8A11E-D51D-F127-0F0B-FFBF2D46E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6CD0-73EF-CB4C-A26F-A933ED88AF87}" type="datetimeFigureOut">
              <a:rPr lang="en-KR" smtClean="0"/>
              <a:t>1/14/26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0AF48-9861-C9D9-A1C5-53929141B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A285B-D004-896D-5871-7FE89970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A48-E085-D042-A17C-C2EAEE59B8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8265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22B25-6A1D-E888-F0DE-2FEEE8C6A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9DC7F-F546-88F6-5E87-1222443E6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48158-6369-FF36-9214-3B02F4616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6CD0-73EF-CB4C-A26F-A933ED88AF87}" type="datetimeFigureOut">
              <a:rPr lang="en-KR" smtClean="0"/>
              <a:t>1/14/26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F3A7D-6581-BC4E-F872-B3053E52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32E8-E8DF-C59D-A647-78B7DC4CF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A48-E085-D042-A17C-C2EAEE59B8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4712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586137-FBFC-8D4A-6553-F48F8889D5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5D29FE-E2AE-6A68-A8D1-9631CE0B4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6ED35-CD6E-D5A6-EB96-EF8EB2006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6CD0-73EF-CB4C-A26F-A933ED88AF87}" type="datetimeFigureOut">
              <a:rPr lang="en-KR" smtClean="0"/>
              <a:t>1/14/26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43FEF-665B-4683-68A3-CF3BC2FD7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BE2D9-5824-73E7-7A00-F63D11B8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A48-E085-D042-A17C-C2EAEE59B8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63354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64729-EE9C-BA6A-AE71-99F28B83D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171C8-28A0-C67C-37FB-EE1B7A68F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090E8-CFA0-9807-1BDA-3BC5EE49E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9E6CD0-73EF-CB4C-A26F-A933ED88AF87}" type="datetimeFigureOut">
              <a:rPr lang="en-KR" smtClean="0"/>
              <a:t>1/14/26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50B95-AE6C-1F96-3A45-303F93D21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D3F94-CE48-431C-72CE-A70E1C591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DDA48-E085-D042-A17C-C2EAEE59B8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60674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CACEB4-F390-4FD8-1016-9685116B6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18" y="1240831"/>
            <a:ext cx="10407382" cy="525204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47225A2-500E-4787-325A-55BEB3ADB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(</a:t>
            </a:r>
            <a:r>
              <a:rPr lang="ko-KR" altLang="en-US" dirty="0"/>
              <a:t>초기 화면</a:t>
            </a:r>
            <a:r>
              <a:rPr lang="en-US" altLang="ko-KR" dirty="0"/>
              <a:t>)</a:t>
            </a:r>
            <a:endParaRPr lang="en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EE62F5-B17D-3FBC-01E5-AB6377E863B2}"/>
              </a:ext>
            </a:extLst>
          </p:cNvPr>
          <p:cNvSpPr txBox="1"/>
          <p:nvPr/>
        </p:nvSpPr>
        <p:spPr>
          <a:xfrm>
            <a:off x="6452865" y="3429000"/>
            <a:ext cx="55184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Left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Prompt </a:t>
            </a:r>
            <a:r>
              <a:rPr lang="ko-KR" altLang="en-US" dirty="0"/>
              <a:t>전송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Data </a:t>
            </a:r>
            <a:r>
              <a:rPr lang="ko-KR" altLang="en-US" dirty="0"/>
              <a:t>업로드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System Prompt</a:t>
            </a:r>
            <a:r>
              <a:rPr lang="ko-KR" altLang="en-US" dirty="0"/>
              <a:t> 조회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Chat save/load/clear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Right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최적화 모델링 결과 확인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model.mzn</a:t>
            </a:r>
            <a:r>
              <a:rPr lang="en-US" altLang="ko-KR" dirty="0"/>
              <a:t>: </a:t>
            </a:r>
            <a:r>
              <a:rPr lang="ko-KR" altLang="en-US" dirty="0"/>
              <a:t> 최적화 문제 구조 정의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data.mzn</a:t>
            </a:r>
            <a:r>
              <a:rPr lang="en-US" altLang="ko-KR" dirty="0"/>
              <a:t>: </a:t>
            </a:r>
            <a:r>
              <a:rPr lang="ko-KR" altLang="en-US" dirty="0"/>
              <a:t>실제 데이터 값을 </a:t>
            </a:r>
            <a:r>
              <a:rPr lang="en-US" altLang="ko-KR" dirty="0"/>
              <a:t>Data</a:t>
            </a:r>
            <a:r>
              <a:rPr lang="ko-KR" altLang="en-US" dirty="0"/>
              <a:t>로부터 정의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11647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AB60C-F55C-AB2D-B6F0-8714542EA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Column</a:t>
            </a:r>
            <a:endParaRPr lang="en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3854CF-F0C6-C623-985D-74CC6A78A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118" y="182562"/>
            <a:ext cx="5384150" cy="64928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0371C14-235E-46CF-A44B-2821A2BC794E}"/>
              </a:ext>
            </a:extLst>
          </p:cNvPr>
          <p:cNvSpPr/>
          <p:nvPr/>
        </p:nvSpPr>
        <p:spPr>
          <a:xfrm>
            <a:off x="6329329" y="2414239"/>
            <a:ext cx="5731727" cy="10928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147B15-06D6-CC42-F31D-26639339D0A7}"/>
              </a:ext>
            </a:extLst>
          </p:cNvPr>
          <p:cNvSpPr txBox="1"/>
          <p:nvPr/>
        </p:nvSpPr>
        <p:spPr>
          <a:xfrm>
            <a:off x="3517201" y="2775982"/>
            <a:ext cx="2725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User prompt </a:t>
            </a:r>
            <a:r>
              <a:rPr lang="ko-KR" altLang="en-US" dirty="0"/>
              <a:t>입력 및 전송</a:t>
            </a:r>
            <a:endParaRPr lang="en-K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DEF0F-6006-929F-43A4-D5D3AD60892E}"/>
              </a:ext>
            </a:extLst>
          </p:cNvPr>
          <p:cNvSpPr/>
          <p:nvPr/>
        </p:nvSpPr>
        <p:spPr>
          <a:xfrm>
            <a:off x="6329329" y="3617293"/>
            <a:ext cx="5731727" cy="22594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C5F969-E2EF-D1AA-709C-5A0506D28658}"/>
              </a:ext>
            </a:extLst>
          </p:cNvPr>
          <p:cNvSpPr txBox="1"/>
          <p:nvPr/>
        </p:nvSpPr>
        <p:spPr>
          <a:xfrm>
            <a:off x="3593840" y="4562327"/>
            <a:ext cx="2502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upload </a:t>
            </a:r>
            <a:r>
              <a:rPr lang="ko-KR" altLang="en-US" dirty="0"/>
              <a:t>및 </a:t>
            </a:r>
            <a:r>
              <a:rPr lang="en-US" altLang="ko-KR" dirty="0"/>
              <a:t>preview</a:t>
            </a:r>
            <a:endParaRPr lang="en-K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6AF4C-BA7E-607B-41E4-14E29A3B6DC5}"/>
              </a:ext>
            </a:extLst>
          </p:cNvPr>
          <p:cNvSpPr/>
          <p:nvPr/>
        </p:nvSpPr>
        <p:spPr>
          <a:xfrm>
            <a:off x="6329329" y="5943600"/>
            <a:ext cx="5731727" cy="8204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1FB0D4-C122-400F-40D5-1FB9B101E250}"/>
              </a:ext>
            </a:extLst>
          </p:cNvPr>
          <p:cNvSpPr txBox="1"/>
          <p:nvPr/>
        </p:nvSpPr>
        <p:spPr>
          <a:xfrm>
            <a:off x="2826447" y="6164006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 prompt </a:t>
            </a:r>
            <a:r>
              <a:rPr lang="ko-KR" altLang="en-US" dirty="0"/>
              <a:t>조회</a:t>
            </a:r>
            <a:r>
              <a:rPr lang="en-KR" altLang="ko-KR" dirty="0"/>
              <a:t> </a:t>
            </a:r>
            <a:r>
              <a:rPr lang="ko-KR" altLang="en-US" dirty="0"/>
              <a:t>및 대화 저장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70748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6FB1D-5FAD-AE2C-340E-88EFC8F3F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9E50-9D35-2563-CF82-0A7BCE7F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Column</a:t>
            </a:r>
            <a:endParaRPr lang="en-K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396DEE-4E26-0C5B-665C-A7BED1DE22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65"/>
          <a:stretch>
            <a:fillRect/>
          </a:stretch>
        </p:blipFill>
        <p:spPr>
          <a:xfrm>
            <a:off x="6385810" y="548725"/>
            <a:ext cx="5806190" cy="63092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0D55D0-4777-EA1F-B9EB-8BAB6495F230}"/>
              </a:ext>
            </a:extLst>
          </p:cNvPr>
          <p:cNvSpPr txBox="1"/>
          <p:nvPr/>
        </p:nvSpPr>
        <p:spPr>
          <a:xfrm>
            <a:off x="3945718" y="6123543"/>
            <a:ext cx="2440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 prompt </a:t>
            </a:r>
            <a:r>
              <a:rPr lang="ko-KR" altLang="en-US" dirty="0" err="1"/>
              <a:t>조회시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90362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67592-64D4-1E45-5A78-3110D016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928C5-03A2-E185-DADC-3843879A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Column</a:t>
            </a:r>
            <a:endParaRPr lang="en-K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8A8B16-1226-E2B8-9433-3E4AB07B6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789" y="112426"/>
            <a:ext cx="6137211" cy="66331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60F7D2-9E6E-DC37-4A78-6519DB9170D2}"/>
              </a:ext>
            </a:extLst>
          </p:cNvPr>
          <p:cNvSpPr txBox="1"/>
          <p:nvPr/>
        </p:nvSpPr>
        <p:spPr>
          <a:xfrm>
            <a:off x="3653170" y="3244334"/>
            <a:ext cx="240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수식 모델링 결과 확인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585287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15D9-28DE-4F87-C8E4-9170F2308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</a:t>
            </a:r>
            <a:endParaRPr lang="en-K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0F6DC7-DE3E-F0F5-425B-BA8CC47B05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304"/>
          <a:stretch>
            <a:fillRect/>
          </a:stretch>
        </p:blipFill>
        <p:spPr>
          <a:xfrm>
            <a:off x="440960" y="1511373"/>
            <a:ext cx="11641112" cy="5116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1534744-FF09-06D7-3B38-7C8065F7CEE9}"/>
              </a:ext>
            </a:extLst>
          </p:cNvPr>
          <p:cNvSpPr/>
          <p:nvPr/>
        </p:nvSpPr>
        <p:spPr>
          <a:xfrm>
            <a:off x="364273" y="2336181"/>
            <a:ext cx="5731727" cy="2640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9EDE46-AA42-6BAD-866B-74D1CD1D6856}"/>
              </a:ext>
            </a:extLst>
          </p:cNvPr>
          <p:cNvSpPr txBox="1"/>
          <p:nvPr/>
        </p:nvSpPr>
        <p:spPr>
          <a:xfrm>
            <a:off x="2787805" y="2425390"/>
            <a:ext cx="321155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1.</a:t>
            </a:r>
            <a:r>
              <a:rPr lang="ko-KR" altLang="en-US" b="1" dirty="0"/>
              <a:t> 문제설명 </a:t>
            </a:r>
            <a:r>
              <a:rPr lang="en-US" altLang="ko-KR" b="1" dirty="0"/>
              <a:t>(user prompt)</a:t>
            </a:r>
            <a:r>
              <a:rPr lang="ko-KR" altLang="en-US" b="1" dirty="0" err="1"/>
              <a:t>를</a:t>
            </a:r>
            <a:r>
              <a:rPr lang="ko-KR" altLang="en-US" b="1" dirty="0"/>
              <a:t> 전송하고 </a:t>
            </a:r>
            <a:r>
              <a:rPr lang="en-US" altLang="ko-KR" b="1" dirty="0"/>
              <a:t>LLM</a:t>
            </a:r>
            <a:r>
              <a:rPr lang="ko-KR" altLang="en-US" b="1" dirty="0"/>
              <a:t>의 응답을 받음</a:t>
            </a:r>
            <a:endParaRPr lang="en-US" altLang="ko-KR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DE52B4-1324-9E8B-5DA3-3290E6AFEDF2}"/>
              </a:ext>
            </a:extLst>
          </p:cNvPr>
          <p:cNvSpPr/>
          <p:nvPr/>
        </p:nvSpPr>
        <p:spPr>
          <a:xfrm>
            <a:off x="6212020" y="2336181"/>
            <a:ext cx="5731727" cy="43991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1EB956-F173-9CCC-A2B3-D3320ECFA348}"/>
              </a:ext>
            </a:extLst>
          </p:cNvPr>
          <p:cNvSpPr txBox="1"/>
          <p:nvPr/>
        </p:nvSpPr>
        <p:spPr>
          <a:xfrm>
            <a:off x="8616177" y="2408819"/>
            <a:ext cx="321155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2.</a:t>
            </a:r>
            <a:r>
              <a:rPr lang="ko-KR" altLang="en-US" b="1" dirty="0"/>
              <a:t> </a:t>
            </a:r>
            <a:r>
              <a:rPr lang="en-US" altLang="ko-KR" b="1" dirty="0"/>
              <a:t>LLM</a:t>
            </a:r>
            <a:r>
              <a:rPr lang="ko-KR" altLang="en-US" b="1" dirty="0"/>
              <a:t>의 응답 중 최적화 모델링만 따로 </a:t>
            </a:r>
            <a:r>
              <a:rPr lang="en-US" altLang="ko-KR" b="1" dirty="0"/>
              <a:t>display</a:t>
            </a:r>
            <a:r>
              <a:rPr lang="ko-KR" altLang="en-US" b="1" dirty="0"/>
              <a:t> </a:t>
            </a:r>
            <a:endParaRPr lang="en-US" altLang="ko-KR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A9290-3CF9-8856-AA14-8F5AE7D63403}"/>
              </a:ext>
            </a:extLst>
          </p:cNvPr>
          <p:cNvSpPr txBox="1"/>
          <p:nvPr/>
        </p:nvSpPr>
        <p:spPr>
          <a:xfrm>
            <a:off x="2862145" y="5023461"/>
            <a:ext cx="321155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3. </a:t>
            </a:r>
            <a:r>
              <a:rPr lang="ko-KR" altLang="en-US" b="1" dirty="0"/>
              <a:t>최적화 모델링 </a:t>
            </a:r>
            <a:r>
              <a:rPr lang="en-US" altLang="ko-KR" b="1" dirty="0"/>
              <a:t>draft</a:t>
            </a:r>
            <a:r>
              <a:rPr lang="ko-KR" altLang="en-US" b="1" dirty="0" err="1"/>
              <a:t>를</a:t>
            </a:r>
            <a:r>
              <a:rPr lang="ko-KR" altLang="en-US" b="1" dirty="0"/>
              <a:t> 가지고 이후 소통 가능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280814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107</Words>
  <Application>Microsoft Macintosh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Overview (초기 화면)</vt:lpstr>
      <vt:lpstr>Left Column</vt:lpstr>
      <vt:lpstr>Left Column</vt:lpstr>
      <vt:lpstr>Right Column</vt:lpstr>
      <vt:lpstr>Usage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공도현</dc:creator>
  <cp:lastModifiedBy>공도현</cp:lastModifiedBy>
  <cp:revision>6</cp:revision>
  <dcterms:created xsi:type="dcterms:W3CDTF">2026-01-13T15:04:33Z</dcterms:created>
  <dcterms:modified xsi:type="dcterms:W3CDTF">2026-01-13T15:27:52Z</dcterms:modified>
</cp:coreProperties>
</file>